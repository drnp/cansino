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assets/shots/req-01.png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assets/shots/arch-01.png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assets/shots/func-01.png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assets/shots/code-gen-01.png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assets/shots/code-review-01.png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assets/shots/test-01.png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待补充真实截图 assets/shots/docs-01.png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助力开发流程 · 实战证据</dc:title>
  <dc:subject>PptxGenJS Presentation</dc:subject>
  <dc:creator>Created by Marp</dc:creator>
  <cp:lastModifiedBy>Created by Marp</cp:lastModifiedBy>
  <cp:revision>1</cp:revision>
  <dcterms:created xsi:type="dcterms:W3CDTF">2026-09-06T13:09:46Z</dcterms:created>
  <dcterms:modified xsi:type="dcterms:W3CDTF">2026-09-06T13:09:46Z</dcterms:modified>
</cp:coreProperties>
</file>